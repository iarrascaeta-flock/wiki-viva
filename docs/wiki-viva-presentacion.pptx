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challenge del IA Day, actualizada con la arquitectura actual. La idea: dejar de depender de un compañero cada vez que aparece un término del negocio que no conocemos. En los próximos minutos: el problema, qué construimos, cómo está hecho, qué resultados dio y qué sigue.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proyecto con mucho dominio, como liquidación de facturas, cada término (siniestro, hecho generador, compromiso, Mt. a Pagar) tiene reglas y casos especiales. Esa información existe, pero está repartida en las tarjetas de Jira y en la cabeza de algunas personas. El costo: interrupciones constantes y un onboarding lento.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pieza central es el glosario, ahora uno por épica. No lo escribe nadie de cero: lo propone la IA a partir de Jira y una persona lo aprueba. Quién lo arma: cada mantenedor, con su propio Claude y el MCP local wiki-viva. Quién lo usa: todo el equipo, desde la wiki. Después del challenge sacamos el chat del sitio: las preguntas en lenguaje natural se le hacen al Claude de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ciclo completo, guiado por el prompt armar_glosario del MCP. 1: la épica queda tomada a tu nombre en epics.json, así dos personas no trabajan la misma. 2 y 3: Claude lee las tarjetas por páginas y propone los términos, solo con lo que dicen las tarjetas. 4: la revisión humana pasa en la misma conversación, y nada se publica sin tu OK. 5: la wiki lo toma en alrededor de un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bloques. A la izquierda, el mantenedor: Claude Code o Desktop con el MCP wiki-viva, que lee Jira desde su PC con su VPN y su token. En el medio, el repo privado: un glosario por épica y epics.json con el estado de cada una; los commits quedan a nombre de quien publica. A la derecha, la wiki en Vercel: solo lee el repo por la API de GitHub, con caché de un minuto. Así se resolvió el problema de Jira con VPN en producción: el servidor ya no necesita Jira ni una key de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simple a propósito. Las decisiones importantes: la IA nunca escribe sola en el glosario, una persona aprueba en la misma conversación; no hay IA en el servidor, así que no dependemos de modelos gratis ni de una key de LLM; Jira se lee solo desde local, donde la VPN ya está; no hay base de datos; y toda fuente implementa la misma interfaz, así que sumar Confluence o Notion es un conector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probamos con una épica real de liquidación de facturas. Sacar los casos de prueba redujo la épica a la mitad en tokens sin perder terminología. La extracción propuso 394 términos con muchos duplicados; la revisión los dejó en 54, cada uno con fuentes verificadas. Ese filtro humano es el que hace confiable al glosario. El chat respondió en 3 a 12 segundos en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sugerido. 1: en la wiki, buscar "hecho generador" o una sigla como "Mt. a Pagar": el buscador encuentra también por sinónimos. 2: en el chat, "¿Qué pasa con las autorizaciones cuando se genera el compromiso?": respuesta con citas. Importante: el Jira del cliente solo acepta VPN, así que en producción el chat responde solo con el glosario y sin títulos en las citas. Para mostrar los títulos al pasar el mouse y la lista de Fuentes, hacer la demo en local con la VPN conectada. 3: preguntar por un término que no esté, por ejemplo "reaseguro facultativo": aparece "No lo sé" y el botón Agregar al glosario. Ojo: el guardado real del formulario todavía no se probó de punta a punta; mostrar el formulario sin guardar, o probarlo antes. Con modelos gratis el chat puede tardar o estar saturado: tener capturas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entregar el challenge el repo tenía que ser público, pero el glosario tiene terminología y reglas de negocio del cliente. La solución: separar código y datos. El glosario pasó a un repo privado y el repo público se recreó con un historial limpio, porque GitHub seguía sirviendo los commits viejos por su identificador. Ningún secreto se commiteó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modelos gratis fueron el mayor desafío: saturados, con cupo diario y comportamientos raros, como responder en el canal de razonamiento o entrar en loop. Cada problema dejó una mejora concreta en el código. El aprendizaje de fondo: con IA, el humano en el loop no es opcional, la extracción sola produce ruido y la revisión es lo que da calidad. El último desafío apareció en producción: el Jira del cliente solo acepta conexiones por VPN o desde IPs permitidas, y Vercel no está en esa lista. El chat siguió funcionando con el glosario porque está diseñado para tolerar la caída de Jira, pero sin el detalle de las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MVP está en producción y el repo público entregado. Una salvedad: en producción el chat no puede leer el Jira del cliente (solo acepta VPN), así que responde con el glosario; en local, con VPN, funciona completo. Queda pendiente probar de punta a punta el guardado de un término nuevo desde el chat y la fase de validación: correr 15 a 20 preguntas reales y ajustar las respuestas, que hoy son correctas pero cortas.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mejoras están detalladas en el PLAN.md del repo. Lo más inmediato es facilitar la instalación del MCP, que hoy pide clonar el repo, y que la actualización de una épica proponga solo los cambios. Después, identidad real y permisos por equipo con Microsoft 365. El chat en el sitio queda como opción si el equipo lo pide, con una key de LLM de la organización. Dos pasos de la versión anterior, Jira en producción y varias épicas, quedaron resueltos con el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El repo tiene el README con la arquitectura, cómo correrlo y la guía para usarlo con otra épica. La app tiene acceso con usuario y contraseña: compartir las credenciales solo con quien corresponda.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Flock · IA Day · Challenge. Wiki viva de terminología. Un glosario del negocio por épica, extraído de Jira con IA, revisado por personas y publicado en una wiki que cita las tarjetas de orige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Flock | El problema 02 La terminología del negocio vive en la cabeza de las personas Jerga dispersa Siglas, estados, códigos y reglas repartidos en cientos de tarjetas de Jira y sus comentarios. Dependencia de personas Cada duda termina en una pregunta a quien sabe: interrupciones y respuestas que no quedan escritas. Onboarding lento Quien se suma al proyecto tarda semanas en hablar el idioma del negoci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Flock | Qué construimos 03. Un glosario vivo, por épica. La base, Glosario por épica: uno por cada épica de Jira, en un repo privado; lo propone la IA y lo aprueba una persona. Mantenedores, MCP local: cada mantenedor trabaja con su propio Claude, lee la épica por VPN, propone los términos y publica con su OK. Todo el equipo, Wiki: buscador de términos con sinónimos, casos especiales, fuentes linkeadas a Jira y filtro por épic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Flock | Qué construimos 04. Cómo funciona, de punta a punta. 1 Tomar: la épica queda a tu nombre, nadie más la trabaja en paralelo. 2 Leer: Claude trae por el MCP la épica, historias, subtareas y comentarios. 3 Proponer: Claude arma el glosario con reglas estrictas, solo lo que dicen las tarjetas. 4 Revisar: lo revisan juntos en la conversación y se publica con tu OK. 5 Consultar: la wiki lo muestra en un minuto, con filtro por épic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Flock | Cómo está hecho 05. Arquitectura. Jira alimenta al MCP wiki-viva, que corre en la PC del mantenedor junto con Claude Code o Desktop; el MCP commitea en el repo privado (glossaries por épica y epics.json); la wiki en Vercel lee el repo por la API de GitHub con caché de un minuto. El MCP corre en la PC de cada mantenedor, con su VPN y sus tokens · los glosarios viven en un repo privado · el sitio solo lee, sin IA ni Jira en el servido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Flock | Cómo está hecho 06. Stack y decisiones de diseño. Stack: Next.js 16 + TypeScript + Tailwind; MCP TypeScript SDK, servidor local por stdio; Claude Code o Desktop de cada mantenedor; Jira Cloud REST API; Vercel, deploy automático en cada push. Decisiones: humano en el loop, Claude propone y la persona aprueba en la misma conversación; sin IA en el servidor, no hace falta key de LLM; Jira solo desde local, la VPN deja de ser un problema; sin base de datos, glosarios y estado en un repo privado; conectores enchufables, sumar una fuente es un archiv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Flock | Resultados 07 Una épica real, en números 475 → 116 tarjetas leídas: sin los casos de prueba, que no aportan terminología 252k → 122k tokens de contexto de la épica, la mitad del costo por pregunta 394 → 54 términos extraídos por el LLM y términos aprobados en la revisión humana 3–12 s por respuesta del chat, con streaming y citas a Jir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Flock | Resultados 08 Demo 1 Wiki: buscar un término o una sigla y ver definición, sinónimos, casos especiales y fuentes en Jira. 2 Chat: preguntar por una regla del negocio y ver la respuesta con citas y links a Jira (títulos de las tarjetas: en local, con VPN). 3 Sin datos: preguntar por un término que no existe. El chat dice &quot;No lo sé&quot; y ofrece agregarlo al glosario. wiki-viva.vercel.app · acceso con usuario y contraseñ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Flock | Resultados 09 Código público, datos del cliente privados Repo público, solo código Historial limpio: nunca contuvo el glosario real. Trae un glosario de ejemplo ficticio. Repo privado de datos El glosario vive aparte; la app lo lee y escribe con un token limitado a ese repo. Secretos fuera del código Tokens de Jira, GitHub y OpenRouter solo en variables de entorno, marcadas como sensibles. Acceso restringido Hoy, usuario y contraseña. Próximo paso: login con Microsoft 36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Flock | Aprendizajes 10 Lo que aprendimos en el camino Desafío Qué hicimos Modelos gratis saturados (error 429) Lista de modelos de respaldo en una variable Cupo de 50 pedidos por día Caché por lote: la extracción retoma sin repetir Extracción trabada más de 10 minutos Lotes chicos, tiempo máximo y log por intento Respuestas en el canal de &quot;razonamiento&quot; Razonamiento apagado en el chat 394 términos con duplicados Fusión automática más revisión humana El glosario quedaba en el historial de git Repo nuevo con historial limpio y datos aparte Jira del cliente solo por VPN o IPs permitidas En producción el chat usa solo el glosario; próximo paso: publicar el snapshot de la épic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Flock | Aprendizajes 11 Dónde estamos Fase Estado 0–1 · Base del proyecto y conector de Jira Completa 2–3 · Extracción y revisión humana Completa 4–5 · Wiki y chat con streaming Completa; en producción, el chat sin acceso a Jira 6 · Citas y &quot;Agregar al glosario&quot; Implementada, falta prueba con guardado real 7 · Validación de respuestas Pendiente 8 · Deploy final y entrega Complet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Flock | Próximos pasos 12. Próximos pasos. Instalación con npx: sumar el MCP sin clonar el repo, con una guía corta para Claude Code y Desktop. Actualización incremental: que Claude proponga solo los cambios de la épica desde la última publicación. Login con Microsoft 365: sin contraseñas compartidas en la wiki. Acceso por equipo: cada persona ve solo las épicas de su equipo, según sus grupos de Microsoft 365. Chat en el sitio, opcional: volver a sumarlo con una key de LLM de la organización, si el equipo lo pid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Gracias Código github.com/iarrascaeta-flock/wiki-viva App wiki-viva.vercel.app">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Wiki viva — IA Day</dc:title>
  <dc:subject/>
  <dc:creator/>
  <cp:lastModifiedBy/>
  <cp:revision>1</cp:revision>
  <dcterms:created xsi:type="dcterms:W3CDTF">2026-10-09T19:19:46Z</dcterms:created>
  <dcterms:modified xsi:type="dcterms:W3CDTF">2026-10-09T19:19:46Z</dcterms:modified>
</cp:coreProperties>
</file>