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challenge del IA Day. La idea: dejar de depender de un compañero cada vez que aparece un término del negocio que no conocemos. En los próximos minutos: el problema, qué construimos, cómo está hecho, qué resultados dio y qué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proyecto con mucho dominio, como liquidación de facturas, cada término (siniestro, hecho generador, compromiso, Mt. a Pagar) tiene reglas y casos especiales. Esa información existe, pero está repartida en las tarjetas de Jira y en la cabeza de algunas personas. El costo: interrupciones constantes y un onboarding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pieza central es el glosario: no lo escribe nadie de cero, lo propone un LLM a partir de Jira y una persona lo aprueba. De ahí salen dos cosas: una wiki para buscar y un chat para preguntar en lenguaje natural. La regla de oro del chat: nunca inventa, siempre cita la tarjeta de donde sale el dato.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ciclo completo. Los pasos 1 a 3 se hacen una vez por épica, en local. Los pasos 4 y 5 son el uso diario: la gente consulta y, cuando algo falta, lo agrega desde el mismo chat, así el glosario crece con el uso. Por eso lo llamamos wiki viva.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bloques. Arriba, la extracción: corre en local una vez por épica y termina en una revisión humana. A la derecha, el repo privado con el glosario: es la fuente de verdad. Abajo, la app en Vercel: la wiki y el chat leen el glosario desde GitHub con caché; el chat además tiene el snapshot de la épica, cacheado 10 minutos. El LLM se usa vía OpenRouter, siempre a través de una única función, getModel().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simple a propósito: era un MVP de un día. Las decisiones importantes: el LLM nunca escribe directo en el glosario, una persona revisa; no hay base de datos; toda fuente de datos implementa la misma interfaz, así que sumar Confluence o Notion es un conector nuevo; y el modelo se elige por variable de entorno, con una lista de respaldo por si uno está saturado.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probamos con una épica real de liquidación de facturas. Sacar los casos de prueba redujo la épica a la mitad en tokens sin perder terminología. La extracción propuso 394 términos con muchos duplicados; la revisión los dejó en 54, cada uno con fuentes verificadas. Ese filtro humano es el que hace confiable al glosario. El chat respondió en 3 a 12 segundos en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sugerido. 1: en la wiki, buscar "hecho generador" o una sigla como "Mt. a Pagar": el buscador encuentra también por sinónimos. 2: en el chat, "¿Qué pasa con las autorizaciones cuando se genera el compromiso?": respuesta con citas, pasar el mouse sobre una clave para ver el título y mostrar la lista de Fuentes. 3: preguntar por un término que no esté, por ejemplo "reaseguro facultativo": aparece "No lo sé" y el botón Agregar al glosario. Ojo: el guardado real del formulario todavía no se probó de punta a punta; mostrar el formulario sin guardar, o probarlo antes. Con modelos gratis el chat puede tardar o estar saturado: tener capturas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entregar el challenge el repo tenía que ser público, pero el glosario tiene terminología y reglas de negocio del cliente. La solución: separar código y datos. El glosario pasó a un repo privado y el repo público se recreó con un historial limpio, porque GitHub seguía sirviendo los commits viejos por su identificador. Ningún secreto se commiteó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modelos gratis fueron el mayor desafío: saturados, con cupo diario y comportamientos raros, como responder en el canal de razonamiento o entrar en loop. Cada problema dejó una mejora concreta en el código. El aprendizaje de fondo: con IA, el humano en el loop no es opcional, la extracción sola produce ruido y la revisión es lo que da calidad.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MVP está en producción y el repo público entregado. Queda pendiente probar de punta a punta el guardado de un término nuevo desde el chat y la fase de validación: correr 15 a 20 preguntas reales y ajustar las respuestas, que hoy son correctas pero cortas.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mejoras están detalladas en el PLAN.md del repo. La de mayor impacto inmediato es la calidad de las respuestas: con un modelo gratis y 120 mil tokens de contexto, el chat copia en lugar de redactar. Las otras tres apuntan a escalar: identidad real, más épicas y permisos por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El repo tiene el README con la arquitectura, cómo correrlo y la guía para usarlo con otra épica. La app tiene acceso con usuario y contraseña: compartir las credenciales solo con quien corresponda.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Flock · IA Day · Challenge Wiki viva de terminología Un glosario del negocio extraído de Jira con IA, revisado por personas, con una wiki y un chat que responden citando las tarjetas de orige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Flock | El problema 02 La terminología del negocio vive en la cabeza de las personas Jerga dispersa Siglas, estados, códigos y reglas repartidos en cientos de tarjetas de Jira y sus comentarios. Dependencia de personas Cada duda termina en una pregunta a quien sabe: interrupciones y respuestas que no quedan escritas. Onboarding lento Quien se suma al proyecto tarda semanas en hablar el idioma del negocio.">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Flock | Qué construimos 03 Un glosario vivo con dos salidas La base Glosario Un LLM lo extrae de una épica de Jira y una persona lo revisa antes de publicarlo. Salida 1 Wiki Buscador de términos con sinónimos, casos especiales y fuentes linkeadas a Jira. Salida 2 Chat Responde solo con el glosario y la épica, citando las tarjetas. Si no sabe, lo dice y ofrece agregar el término.">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Flock | Qué construimos 04 Cómo funciona, de punta a punta 1 Conectar Jira: épica, historias, subtareas y comentarios. 2 Extraer Un LLM arma el borrador del glosario, por lotes. 3 Revisar Una persona depura, corrige y aprueba. 4 Consultar Wiki y chat con citas a las tarjetas. 5 Completar Lo que falta se agrega desde el cha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Flock | Cómo está hecho 05 Arquitectura Extracción una vez por épica en local · glosario en un repo privado leído vía API de GitHub con caché · chat con el glosario y la épica en contexto · lo que falta vuelve al glosario con un commi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Flock | Cómo está hecho 06 Stack y decisiones de diseño Stack Next.js 16 + TypeScript + Tailwind Vercel AI SDK: streaming y salida estructurada OpenRouter, con modelos de respaldo Jira Cloud REST API Vercel: deploy automático en cada push Decisiones Humano en el loop: el LLM propone, una persona aprueba Sin base de datos: Jira cacheado y glosario en GitHub Conectores enchufables: sumar una fuente es un archivo Un solo punto de acceso al LLM: cambiar de modelo es una variab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Flock | Resultados 07 Una épica real, en números 475 → 116 tarjetas leídas: sin los casos de prueba, que no aportan terminología 252k → 122k tokens de contexto de la épica, la mitad del costo por pregunta 394 → 54 términos extraídos por el LLM y términos aprobados en la revisión humana 3–12 s por respuesta del chat, con streaming y citas a Jir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Flock | Resultados 08 Demo 1 Wiki: buscar un término o una sigla y ver definición, sinónimos, casos especiales y fuentes en Jira. 2 Chat: preguntar por una regla del negocio y ver la respuesta con citas, links y el título de cada tarjeta. 3 Sin datos: preguntar por un término que no existe. El chat dice &quot;No lo sé&quot; y ofrece agregarlo al glosario. wiki-viva.vercel.app · acceso con usuario y contraseñ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Flock | Resultados 09 Código público, datos del cliente privados Repo público, solo código Historial limpio: nunca contuvo el glosario real. Trae un glosario de ejemplo ficticio. Repo privado de datos El glosario vive aparte; la app lo lee y escribe con un token limitado a ese repo. Secretos fuera del código Tokens de Jira, GitHub y OpenRouter solo en variables de entorno, marcadas como sensibles. Acceso restringido Hoy, usuario y contraseña. Próximo paso: login con Microsoft 36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Flock | Aprendizajes 10 Lo que aprendimos en el camino Desafío Qué hicimos Modelos gratis saturados (error 429) Lista de modelos de respaldo en una variable Cupo de 50 pedidos por día Caché por lote: la extracción retoma sin repetir Extracción trabada más de 10 minutos Lotes chicos, tiempo máximo y log por intento Respuestas en el canal de &quot;razonamiento&quot; Razonamiento apagado en el chat 394 términos con duplicados Fusión automática más revisión humana El glosario quedaba en el historial de git Repo nuevo con historial limpio y datos apar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Flock | Aprendizajes 11 Dónde estamos Fase Estado 0–1 · Base del proyecto y conector de Jira Completa 2–3 · Extracción y revisión humana Completa 4–5 · Wiki y chat con streaming Completa 6 · Citas y &quot;Agregar al glosario&quot; Implementada, falta prueba con guardado real 7 · Validación de respuestas Pendiente 8 · Deploy final y entrega Complet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Flock | Próximos pasos 12 Próximos pasos Mejores respuestas Un modelo más capaz y solo las tarjetas relevantes en el contexto, en lugar de toda la épica. Login con Microsoft 365 Sin contraseñas compartidas, y queda registrado quién agrega cada término. Varias épicas Extracción incremental que suma una épica nueva al glosario, con filtro por épica en la wiki. Acceso por equipo Cada persona ve solo las épicas de su equipo, según sus grupos de Microsoft 36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Gracias Código github.com/iarrascaeta-flock/wiki-viva App wiki-viva.vercel.app">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Wiki viva — IA Day</dc:title>
  <dc:subject/>
  <dc:creator/>
  <cp:lastModifiedBy/>
  <cp:revision>1</cp:revision>
  <dcterms:created xsi:type="dcterms:W3CDTF">2026-10-09T19:02:28Z</dcterms:created>
  <dcterms:modified xsi:type="dcterms:W3CDTF">2026-10-09T19:02:28Z</dcterms:modified>
</cp:coreProperties>
</file>